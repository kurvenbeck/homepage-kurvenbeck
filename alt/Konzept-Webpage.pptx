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58" r:id="rId6"/>
    <p:sldId id="263" r:id="rId7"/>
    <p:sldId id="259" r:id="rId8"/>
    <p:sldId id="268" r:id="rId9"/>
    <p:sldId id="267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5"/>
  </p:normalViewPr>
  <p:slideViewPr>
    <p:cSldViewPr snapToGrid="0">
      <p:cViewPr varScale="1">
        <p:scale>
          <a:sx n="88" d="100"/>
          <a:sy n="88" d="100"/>
        </p:scale>
        <p:origin x="20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C4204B-6B8E-7916-D071-A7563D7A6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035C9EB-6E75-4B04-F880-12147A94E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7E5081-2C6B-E4C3-832A-D929B3A99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BC9-D26A-A540-AFA2-98F8875ABD68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8DC4A7-574C-23F5-7E16-977852B6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37BBBE-4E92-D057-516C-F5C686AC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2832-0C56-6149-8CF3-0E72CD862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971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A56AC6-A3DC-4367-21BF-7186CFCB1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67CAB-2A90-F7A8-5DF0-04EBB29AE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F8E972-548C-62E7-AED5-FC71BA5A2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BC9-D26A-A540-AFA2-98F8875ABD68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F3083A-B9AE-084B-770E-12C9A6378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EA4159-44A6-8117-0206-DE9116D4D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2832-0C56-6149-8CF3-0E72CD862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3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98C83A-8940-BA8C-3C01-789716882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E84CE89-62D3-EF10-0A23-0AC12EBB9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55FC50-9462-5496-4EE4-CCD09F997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BC9-D26A-A540-AFA2-98F8875ABD68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B4ECAC-75B6-1819-90E2-503CF7BD7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780C7E-C7F3-62AF-7C5F-73C65B3A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2832-0C56-6149-8CF3-0E72CD862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823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F34843-8839-0FE8-9235-EFFFF0FD6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AFD38C-44DD-1AA6-F45D-70B8A2430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F69439-C6AB-9968-75EC-03B54831B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CCF9C1-31E7-28EB-EE44-B6B15968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BC9-D26A-A540-AFA2-98F8875ABD68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D386338-B3C6-896E-D668-D848EAFB6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975F8C-EE7D-9BA6-5750-C4905192F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2832-0C56-6149-8CF3-0E72CD862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9046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1D1A5A-485B-52EC-2EE7-6F693EDC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67A6E6-ADDA-60C8-DCA2-BEB1B064F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BD08CD5-997F-CC09-3DC8-D85E6CBF7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45092C7-9658-07A4-953C-0E40C042B6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FE56F60-A654-8178-6599-C6A4370B1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DC8C758-9CA5-A76A-B9DC-F2E2AB06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BC9-D26A-A540-AFA2-98F8875ABD68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DAD588-AFA9-9DED-7B78-2AA6B633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79D6821-0F0A-6197-676B-9803CB5BE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2832-0C56-6149-8CF3-0E72CD862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958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0591B-5895-CBD5-5786-B39691C7E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3187A1-51E2-DFE9-6196-2A53CF8D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BC9-D26A-A540-AFA2-98F8875ABD68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132446-C241-DEE7-2B11-091EA525E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D0FF00D-CF26-8B2B-37FA-8EF877977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2832-0C56-6149-8CF3-0E72CD862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151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1E2554-4B68-55A9-63FC-00B79FBFC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BC9-D26A-A540-AFA2-98F8875ABD68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E945E3C-E310-1A1B-1681-48E6518F3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F3351D-E3DB-5BD9-B713-A05C070F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2832-0C56-6149-8CF3-0E72CD862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168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B6DB8-9003-DAB8-217E-C436A458C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2599F5-1388-4941-E786-250F4613A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3556736-4F18-1F46-2FDA-7EFC4FF96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E02CF4-95A3-0CCC-58D4-97E7DC2E0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BC9-D26A-A540-AFA2-98F8875ABD68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C608D2F-986B-E119-9C10-ECACFE50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FCFCB6-FA98-1AA5-6423-EE2FCE9E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2832-0C56-6149-8CF3-0E72CD862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69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097393-48C4-7FF3-DDA3-D7F621BBF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ADF198B-F197-EE02-0648-036F7B0A4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49800C-F1DD-712B-A166-E467F796E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2CFDB1-E750-79E0-8D85-3D5C78A6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BC9-D26A-A540-AFA2-98F8875ABD68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3693C6-D22D-18E5-C1CF-14EE4C95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958A8A-657D-3EEA-7722-6D8A4967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2832-0C56-6149-8CF3-0E72CD862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425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7884E7-22F5-6F5E-D467-48ADA79CB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3C25E49-7B63-D732-AF5A-60D924C67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AEC64F-E290-6EF1-5E36-0C9851116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BC9-D26A-A540-AFA2-98F8875ABD68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E08DF9-4597-B595-6A42-8C773C44C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1DBC12-6254-E1CB-17CC-5380D7C3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2832-0C56-6149-8CF3-0E72CD862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1906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C434EDA-4F7E-CC73-FF0F-5C3055246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D3BE1B-4D77-25BE-DC1E-7E733599F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5E8867-8C31-2C71-DC79-9176F560A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03BC9-D26A-A540-AFA2-98F8875ABD68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933169-8D43-BEFB-DFFC-5B504FC73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07AC57-93C6-D1C6-2C1D-32FDE6500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2832-0C56-6149-8CF3-0E72CD862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4121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5350A0E-A873-7D8D-64EE-B23B58677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A1D9CC-5136-C858-8C41-0EEFE9DAD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7F482F-9FE4-6BF9-E2EA-22C7761F0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203BC9-D26A-A540-AFA2-98F8875ABD68}" type="datetimeFigureOut">
              <a:rPr lang="de-DE" smtClean="0"/>
              <a:t>25.05.26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58414B-E6C3-AB1A-5BB3-94FF1D8F9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4DEACD-A69F-CA58-E833-5E652EBBA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F2832-0C56-6149-8CF3-0E72CD862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892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9AFF3461-F7CE-026D-4DD2-EC8EDE785F5C}"/>
              </a:ext>
            </a:extLst>
          </p:cNvPr>
          <p:cNvSpPr/>
          <p:nvPr/>
        </p:nvSpPr>
        <p:spPr>
          <a:xfrm>
            <a:off x="95905" y="1680718"/>
            <a:ext cx="3802742" cy="164011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Biergarten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C9A5EA35-24A6-909B-76B0-F9F9A1E50FCC}"/>
              </a:ext>
            </a:extLst>
          </p:cNvPr>
          <p:cNvSpPr/>
          <p:nvPr/>
        </p:nvSpPr>
        <p:spPr>
          <a:xfrm>
            <a:off x="4183697" y="1680718"/>
            <a:ext cx="3802742" cy="16401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Catering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E2117618-FF02-3D75-F37C-CA4C1A5C5D16}"/>
              </a:ext>
            </a:extLst>
          </p:cNvPr>
          <p:cNvSpPr/>
          <p:nvPr/>
        </p:nvSpPr>
        <p:spPr>
          <a:xfrm>
            <a:off x="8271489" y="1680718"/>
            <a:ext cx="3802742" cy="164011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Backstube</a:t>
            </a:r>
          </a:p>
        </p:txBody>
      </p:sp>
      <p:sp>
        <p:nvSpPr>
          <p:cNvPr id="7" name="Gewitterblitz 6">
            <a:extLst>
              <a:ext uri="{FF2B5EF4-FFF2-40B4-BE49-F238E27FC236}">
                <a16:creationId xmlns:a16="http://schemas.microsoft.com/office/drawing/2014/main" id="{7E52A305-404A-C8AD-612F-88CC4C8A4D45}"/>
              </a:ext>
            </a:extLst>
          </p:cNvPr>
          <p:cNvSpPr/>
          <p:nvPr/>
        </p:nvSpPr>
        <p:spPr>
          <a:xfrm>
            <a:off x="3020992" y="115747"/>
            <a:ext cx="4965447" cy="914400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5D6FF4F-D95F-5283-4738-9352135D2B46}"/>
              </a:ext>
            </a:extLst>
          </p:cNvPr>
          <p:cNvSpPr txBox="1"/>
          <p:nvPr/>
        </p:nvSpPr>
        <p:spPr>
          <a:xfrm>
            <a:off x="3449256" y="1170766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Kurvenbeck</a:t>
            </a:r>
            <a:r>
              <a:rPr lang="de-DE" dirty="0"/>
              <a:t> in Schnittlingen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74C5538-2DF6-1010-B161-5D85D460F457}"/>
              </a:ext>
            </a:extLst>
          </p:cNvPr>
          <p:cNvSpPr txBox="1"/>
          <p:nvPr/>
        </p:nvSpPr>
        <p:spPr>
          <a:xfrm>
            <a:off x="10777960" y="0"/>
            <a:ext cx="141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Über uns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188214D-0B0D-0E38-C306-0DA8E1019C97}"/>
              </a:ext>
            </a:extLst>
          </p:cNvPr>
          <p:cNvSpPr txBox="1"/>
          <p:nvPr/>
        </p:nvSpPr>
        <p:spPr>
          <a:xfrm>
            <a:off x="8426370" y="0"/>
            <a:ext cx="141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Leistungen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28D8F5D-2CC5-D1FB-5AEE-DE5FE5BD2BA7}"/>
              </a:ext>
            </a:extLst>
          </p:cNvPr>
          <p:cNvSpPr txBox="1"/>
          <p:nvPr/>
        </p:nvSpPr>
        <p:spPr>
          <a:xfrm>
            <a:off x="9689939" y="0"/>
            <a:ext cx="141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Location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37FA185-D31E-7B56-A49B-766B69ABBDC9}"/>
              </a:ext>
            </a:extLst>
          </p:cNvPr>
          <p:cNvSpPr txBox="1"/>
          <p:nvPr/>
        </p:nvSpPr>
        <p:spPr>
          <a:xfrm>
            <a:off x="11516810" y="325286"/>
            <a:ext cx="67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de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B87A1E0-3C5C-7EDD-3626-818FA1A29D61}"/>
              </a:ext>
            </a:extLst>
          </p:cNvPr>
          <p:cNvSpPr txBox="1"/>
          <p:nvPr/>
        </p:nvSpPr>
        <p:spPr>
          <a:xfrm>
            <a:off x="11516810" y="572947"/>
            <a:ext cx="67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sw</a:t>
            </a:r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FA238F3-4C09-64BD-212C-94ED0BB2FF4D}"/>
              </a:ext>
            </a:extLst>
          </p:cNvPr>
          <p:cNvSpPr txBox="1"/>
          <p:nvPr/>
        </p:nvSpPr>
        <p:spPr>
          <a:xfrm>
            <a:off x="6856989" y="0"/>
            <a:ext cx="174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/>
              <a:t>Unsere Partner</a:t>
            </a:r>
          </a:p>
        </p:txBody>
      </p:sp>
    </p:spTree>
    <p:extLst>
      <p:ext uri="{BB962C8B-B14F-4D97-AF65-F5344CB8AC3E}">
        <p14:creationId xmlns:p14="http://schemas.microsoft.com/office/powerpoint/2010/main" val="2829182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78E2B-9BF2-012F-43D6-B7532B852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7F623C87-ADE0-3A16-C185-80706D43F7E7}"/>
              </a:ext>
            </a:extLst>
          </p:cNvPr>
          <p:cNvSpPr/>
          <p:nvPr/>
        </p:nvSpPr>
        <p:spPr>
          <a:xfrm>
            <a:off x="3973470" y="479219"/>
            <a:ext cx="3802742" cy="164011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Biergarten</a:t>
            </a:r>
          </a:p>
        </p:txBody>
      </p:sp>
      <p:sp>
        <p:nvSpPr>
          <p:cNvPr id="2" name="Gewitterblitz 1">
            <a:extLst>
              <a:ext uri="{FF2B5EF4-FFF2-40B4-BE49-F238E27FC236}">
                <a16:creationId xmlns:a16="http://schemas.microsoft.com/office/drawing/2014/main" id="{AB56A7DB-6DBA-918D-231A-FDDEE851FF84}"/>
              </a:ext>
            </a:extLst>
          </p:cNvPr>
          <p:cNvSpPr/>
          <p:nvPr/>
        </p:nvSpPr>
        <p:spPr>
          <a:xfrm>
            <a:off x="95905" y="277792"/>
            <a:ext cx="2187616" cy="402855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2F7509F-69A3-A397-A3A5-643357BD62C4}"/>
              </a:ext>
            </a:extLst>
          </p:cNvPr>
          <p:cNvSpPr txBox="1"/>
          <p:nvPr/>
        </p:nvSpPr>
        <p:spPr>
          <a:xfrm>
            <a:off x="7920940" y="1427429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Kurvenbeck´s</a:t>
            </a:r>
            <a:r>
              <a:rPr lang="de-DE" dirty="0"/>
              <a:t> Biergarten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56D4987-18EE-69F3-4CF9-A0CC1F205CF2}"/>
              </a:ext>
            </a:extLst>
          </p:cNvPr>
          <p:cNvSpPr txBox="1"/>
          <p:nvPr/>
        </p:nvSpPr>
        <p:spPr>
          <a:xfrm>
            <a:off x="3924458" y="4265563"/>
            <a:ext cx="6701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Dghv</a:t>
            </a:r>
            <a:r>
              <a:rPr lang="de-DE" dirty="0"/>
              <a:t> </a:t>
            </a:r>
            <a:r>
              <a:rPr lang="de-DE" dirty="0" err="1"/>
              <a:t>fghvfdhbfghjnbfgh</a:t>
            </a:r>
            <a:r>
              <a:rPr lang="de-DE" dirty="0"/>
              <a:t> d </a:t>
            </a:r>
            <a:r>
              <a:rPr lang="de-DE" dirty="0" err="1"/>
              <a:t>bfgbjgjhvdbfhg</a:t>
            </a:r>
            <a:endParaRPr lang="de-DE" dirty="0"/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594CF17D-C3CE-062D-B47B-DDD560378AB0}"/>
              </a:ext>
            </a:extLst>
          </p:cNvPr>
          <p:cNvSpPr/>
          <p:nvPr/>
        </p:nvSpPr>
        <p:spPr>
          <a:xfrm>
            <a:off x="202006" y="5709717"/>
            <a:ext cx="2413872" cy="10410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Biergarten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622A79CC-5D01-3ECC-9C2E-334C018DF241}"/>
              </a:ext>
            </a:extLst>
          </p:cNvPr>
          <p:cNvSpPr/>
          <p:nvPr/>
        </p:nvSpPr>
        <p:spPr>
          <a:xfrm>
            <a:off x="2854537" y="5709717"/>
            <a:ext cx="2413872" cy="10410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Biergarten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9B50307C-09C3-14D4-E273-3E0C3BB6FD40}"/>
              </a:ext>
            </a:extLst>
          </p:cNvPr>
          <p:cNvSpPr/>
          <p:nvPr/>
        </p:nvSpPr>
        <p:spPr>
          <a:xfrm>
            <a:off x="5507068" y="5709717"/>
            <a:ext cx="2413872" cy="10410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Biergarten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4AB26C5F-0D3C-6223-A07F-B391AC5EC785}"/>
              </a:ext>
            </a:extLst>
          </p:cNvPr>
          <p:cNvSpPr/>
          <p:nvPr/>
        </p:nvSpPr>
        <p:spPr>
          <a:xfrm>
            <a:off x="8212328" y="5709717"/>
            <a:ext cx="2413872" cy="10410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Biergarten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CB329036-03CF-1237-A498-0E1BC303B42E}"/>
              </a:ext>
            </a:extLst>
          </p:cNvPr>
          <p:cNvSpPr/>
          <p:nvPr/>
        </p:nvSpPr>
        <p:spPr>
          <a:xfrm>
            <a:off x="294604" y="2518975"/>
            <a:ext cx="2413872" cy="10410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Speisekarte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79238A0-C426-8313-8ED3-AC4AD00099BD}"/>
              </a:ext>
            </a:extLst>
          </p:cNvPr>
          <p:cNvSpPr txBox="1"/>
          <p:nvPr/>
        </p:nvSpPr>
        <p:spPr>
          <a:xfrm>
            <a:off x="10777960" y="0"/>
            <a:ext cx="141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Über uns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62D9E01-44F3-DA75-1061-17C02E37BDE6}"/>
              </a:ext>
            </a:extLst>
          </p:cNvPr>
          <p:cNvSpPr txBox="1"/>
          <p:nvPr/>
        </p:nvSpPr>
        <p:spPr>
          <a:xfrm>
            <a:off x="8426370" y="0"/>
            <a:ext cx="141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Leistungen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305CFED-416C-625A-F08A-0E70A9DAE012}"/>
              </a:ext>
            </a:extLst>
          </p:cNvPr>
          <p:cNvSpPr txBox="1"/>
          <p:nvPr/>
        </p:nvSpPr>
        <p:spPr>
          <a:xfrm>
            <a:off x="9689939" y="0"/>
            <a:ext cx="141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Location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8A97B7D-0CF8-2984-905B-8D573B331DC6}"/>
              </a:ext>
            </a:extLst>
          </p:cNvPr>
          <p:cNvSpPr txBox="1"/>
          <p:nvPr/>
        </p:nvSpPr>
        <p:spPr>
          <a:xfrm>
            <a:off x="11516810" y="325286"/>
            <a:ext cx="67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de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9F27F6-ACD9-7C0B-688A-4615ECCED255}"/>
              </a:ext>
            </a:extLst>
          </p:cNvPr>
          <p:cNvSpPr txBox="1"/>
          <p:nvPr/>
        </p:nvSpPr>
        <p:spPr>
          <a:xfrm>
            <a:off x="11516810" y="572947"/>
            <a:ext cx="67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sw</a:t>
            </a:r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A24B5E1-31D5-2B60-005A-23A6C10170FD}"/>
              </a:ext>
            </a:extLst>
          </p:cNvPr>
          <p:cNvSpPr txBox="1"/>
          <p:nvPr/>
        </p:nvSpPr>
        <p:spPr>
          <a:xfrm>
            <a:off x="6856989" y="0"/>
            <a:ext cx="174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/>
              <a:t>Unsere Partner</a:t>
            </a:r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86BBDD7D-FF9A-F240-1E06-57B70C556B1F}"/>
              </a:ext>
            </a:extLst>
          </p:cNvPr>
          <p:cNvSpPr/>
          <p:nvPr/>
        </p:nvSpPr>
        <p:spPr>
          <a:xfrm>
            <a:off x="3682128" y="2518975"/>
            <a:ext cx="2413872" cy="10410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Getränkekarte</a:t>
            </a:r>
          </a:p>
        </p:txBody>
      </p:sp>
    </p:spTree>
    <p:extLst>
      <p:ext uri="{BB962C8B-B14F-4D97-AF65-F5344CB8AC3E}">
        <p14:creationId xmlns:p14="http://schemas.microsoft.com/office/powerpoint/2010/main" val="214953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5A4CE-19AE-B936-F47A-DDD441DDC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6A537D76-0688-94CA-29CC-8AA8BEFD26C0}"/>
              </a:ext>
            </a:extLst>
          </p:cNvPr>
          <p:cNvSpPr/>
          <p:nvPr/>
        </p:nvSpPr>
        <p:spPr>
          <a:xfrm>
            <a:off x="95905" y="1680718"/>
            <a:ext cx="1582424" cy="6824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Biergarten</a:t>
            </a:r>
          </a:p>
        </p:txBody>
      </p:sp>
      <p:sp>
        <p:nvSpPr>
          <p:cNvPr id="2" name="Gewitterblitz 1">
            <a:extLst>
              <a:ext uri="{FF2B5EF4-FFF2-40B4-BE49-F238E27FC236}">
                <a16:creationId xmlns:a16="http://schemas.microsoft.com/office/drawing/2014/main" id="{2D65E296-37A1-47A3-E986-1F0DA24E2780}"/>
              </a:ext>
            </a:extLst>
          </p:cNvPr>
          <p:cNvSpPr/>
          <p:nvPr/>
        </p:nvSpPr>
        <p:spPr>
          <a:xfrm>
            <a:off x="95905" y="277792"/>
            <a:ext cx="2187616" cy="402855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69A06EE-3BC2-BA0B-23F7-113E25D7CAAE}"/>
              </a:ext>
            </a:extLst>
          </p:cNvPr>
          <p:cNvSpPr txBox="1"/>
          <p:nvPr/>
        </p:nvSpPr>
        <p:spPr>
          <a:xfrm>
            <a:off x="-491281" y="1147617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Kurvenbeck´s</a:t>
            </a:r>
            <a:r>
              <a:rPr lang="de-DE" dirty="0"/>
              <a:t> Biergarten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19255E8-7E2A-F0EC-4547-E361555D06B9}"/>
              </a:ext>
            </a:extLst>
          </p:cNvPr>
          <p:cNvSpPr txBox="1"/>
          <p:nvPr/>
        </p:nvSpPr>
        <p:spPr>
          <a:xfrm>
            <a:off x="4271058" y="1921397"/>
            <a:ext cx="6701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Dghv</a:t>
            </a:r>
            <a:r>
              <a:rPr lang="de-DE" dirty="0"/>
              <a:t> </a:t>
            </a:r>
            <a:r>
              <a:rPr lang="de-DE" dirty="0" err="1"/>
              <a:t>fghvfdhbfghjnbfgh</a:t>
            </a:r>
            <a:r>
              <a:rPr lang="de-DE" dirty="0"/>
              <a:t> d </a:t>
            </a:r>
            <a:r>
              <a:rPr lang="de-DE" dirty="0" err="1"/>
              <a:t>bfgbjgjhvdbfhg</a:t>
            </a:r>
            <a:endParaRPr lang="de-DE" dirty="0"/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71D937DA-C70E-E4FE-E09C-2E40628C3E4F}"/>
              </a:ext>
            </a:extLst>
          </p:cNvPr>
          <p:cNvSpPr/>
          <p:nvPr/>
        </p:nvSpPr>
        <p:spPr>
          <a:xfrm>
            <a:off x="1767757" y="1680718"/>
            <a:ext cx="1582424" cy="6824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Speisekarte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631599D-B67E-FBC8-FDBF-8A7D298BF43C}"/>
              </a:ext>
            </a:extLst>
          </p:cNvPr>
          <p:cNvSpPr txBox="1"/>
          <p:nvPr/>
        </p:nvSpPr>
        <p:spPr>
          <a:xfrm>
            <a:off x="2467337" y="3033451"/>
            <a:ext cx="6701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Ochsenmaulsalat mit </a:t>
            </a:r>
            <a:r>
              <a:rPr lang="de-DE" dirty="0" err="1"/>
              <a:t>Kurvenbecks</a:t>
            </a:r>
            <a:r>
              <a:rPr lang="de-DE" dirty="0"/>
              <a:t> Brot</a:t>
            </a:r>
          </a:p>
          <a:p>
            <a:r>
              <a:rPr lang="de-DE" dirty="0"/>
              <a:t>1, 3 ,6 ,9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AE9398A-0BE5-7FDF-8A60-405CAEDD74E0}"/>
              </a:ext>
            </a:extLst>
          </p:cNvPr>
          <p:cNvSpPr txBox="1"/>
          <p:nvPr/>
        </p:nvSpPr>
        <p:spPr>
          <a:xfrm>
            <a:off x="2467337" y="4185134"/>
            <a:ext cx="6701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Ochsenmaulsalat mit </a:t>
            </a:r>
            <a:r>
              <a:rPr lang="de-DE" dirty="0" err="1"/>
              <a:t>Kurvenbecks</a:t>
            </a:r>
            <a:r>
              <a:rPr lang="de-DE" dirty="0"/>
              <a:t> Brot</a:t>
            </a:r>
          </a:p>
          <a:p>
            <a:r>
              <a:rPr lang="de-DE" dirty="0"/>
              <a:t>1, 3 ,6 ,9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572CE4A-95D3-8948-F013-EF7A91FB62E3}"/>
              </a:ext>
            </a:extLst>
          </p:cNvPr>
          <p:cNvSpPr txBox="1"/>
          <p:nvPr/>
        </p:nvSpPr>
        <p:spPr>
          <a:xfrm>
            <a:off x="2467337" y="5251265"/>
            <a:ext cx="6701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Ochsenmaulsalat mit </a:t>
            </a:r>
            <a:r>
              <a:rPr lang="de-DE" dirty="0" err="1"/>
              <a:t>Kurvenbecks</a:t>
            </a:r>
            <a:r>
              <a:rPr lang="de-DE" dirty="0"/>
              <a:t> Brot</a:t>
            </a:r>
          </a:p>
          <a:p>
            <a:r>
              <a:rPr lang="de-DE" dirty="0"/>
              <a:t>1, 3 ,6 ,9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31CF695A-8B06-8133-275B-ACBFDA1A2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74" y="2989873"/>
            <a:ext cx="845045" cy="882016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BE6A4447-6F79-21C7-CBD6-B030BCEB4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73" y="4053779"/>
            <a:ext cx="845045" cy="882016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9BDBD977-1D6B-BCEB-3934-CC91B41C4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74" y="5133422"/>
            <a:ext cx="845045" cy="88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1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D306C-960B-F002-E5A3-FBD4CDE1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943D2AAC-2E9E-A1D7-C042-CA066F8B6AF2}"/>
              </a:ext>
            </a:extLst>
          </p:cNvPr>
          <p:cNvSpPr/>
          <p:nvPr/>
        </p:nvSpPr>
        <p:spPr>
          <a:xfrm>
            <a:off x="95905" y="1680718"/>
            <a:ext cx="1582424" cy="6824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Biergarten</a:t>
            </a:r>
          </a:p>
        </p:txBody>
      </p:sp>
      <p:sp>
        <p:nvSpPr>
          <p:cNvPr id="2" name="Gewitterblitz 1">
            <a:extLst>
              <a:ext uri="{FF2B5EF4-FFF2-40B4-BE49-F238E27FC236}">
                <a16:creationId xmlns:a16="http://schemas.microsoft.com/office/drawing/2014/main" id="{7D7B533C-83C4-A8C1-8549-558572BF4006}"/>
              </a:ext>
            </a:extLst>
          </p:cNvPr>
          <p:cNvSpPr/>
          <p:nvPr/>
        </p:nvSpPr>
        <p:spPr>
          <a:xfrm>
            <a:off x="95905" y="277792"/>
            <a:ext cx="2187616" cy="402855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B795DFC-DA1E-0E0C-ABC5-D60E2E5C283A}"/>
              </a:ext>
            </a:extLst>
          </p:cNvPr>
          <p:cNvSpPr txBox="1"/>
          <p:nvPr/>
        </p:nvSpPr>
        <p:spPr>
          <a:xfrm>
            <a:off x="-491281" y="1147617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Kurvenbeck´s</a:t>
            </a:r>
            <a:r>
              <a:rPr lang="de-DE" dirty="0"/>
              <a:t> Biergarten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B7122F4-F375-AFD2-E78A-0A29E8001696}"/>
              </a:ext>
            </a:extLst>
          </p:cNvPr>
          <p:cNvSpPr txBox="1"/>
          <p:nvPr/>
        </p:nvSpPr>
        <p:spPr>
          <a:xfrm>
            <a:off x="4271058" y="1921397"/>
            <a:ext cx="6701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Dghv</a:t>
            </a:r>
            <a:r>
              <a:rPr lang="de-DE" dirty="0"/>
              <a:t> </a:t>
            </a:r>
            <a:r>
              <a:rPr lang="de-DE" dirty="0" err="1"/>
              <a:t>fghvfdhbfghjnbfgh</a:t>
            </a:r>
            <a:r>
              <a:rPr lang="de-DE" dirty="0"/>
              <a:t> d </a:t>
            </a:r>
            <a:r>
              <a:rPr lang="de-DE" dirty="0" err="1"/>
              <a:t>bfgbjgjhvdbfhg</a:t>
            </a:r>
            <a:endParaRPr lang="de-DE" dirty="0"/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79A762E7-965C-109C-6A50-F6547006FA2D}"/>
              </a:ext>
            </a:extLst>
          </p:cNvPr>
          <p:cNvSpPr/>
          <p:nvPr/>
        </p:nvSpPr>
        <p:spPr>
          <a:xfrm>
            <a:off x="1767757" y="1680718"/>
            <a:ext cx="1582424" cy="6824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Speisekarte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F0EF2F-6E89-95E5-F0DB-385A9FE82FD7}"/>
              </a:ext>
            </a:extLst>
          </p:cNvPr>
          <p:cNvSpPr txBox="1"/>
          <p:nvPr/>
        </p:nvSpPr>
        <p:spPr>
          <a:xfrm>
            <a:off x="1029368" y="2846238"/>
            <a:ext cx="450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Ochsenmaulsalat mit </a:t>
            </a:r>
            <a:r>
              <a:rPr lang="de-DE" dirty="0" err="1"/>
              <a:t>Kurvenbecks</a:t>
            </a:r>
            <a:r>
              <a:rPr lang="de-DE" dirty="0"/>
              <a:t> Brot</a:t>
            </a:r>
          </a:p>
          <a:p>
            <a:r>
              <a:rPr lang="de-DE" dirty="0"/>
              <a:t>1, 3 ,6 ,9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2F52FC7-E5DA-6B1A-EB0F-4B17F452EE69}"/>
              </a:ext>
            </a:extLst>
          </p:cNvPr>
          <p:cNvSpPr txBox="1"/>
          <p:nvPr/>
        </p:nvSpPr>
        <p:spPr>
          <a:xfrm>
            <a:off x="1029368" y="3997921"/>
            <a:ext cx="4616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Ochsenmaulsalat mit </a:t>
            </a:r>
            <a:r>
              <a:rPr lang="de-DE" dirty="0" err="1"/>
              <a:t>Kurvenbecks</a:t>
            </a:r>
            <a:r>
              <a:rPr lang="de-DE" dirty="0"/>
              <a:t> Brot</a:t>
            </a:r>
          </a:p>
          <a:p>
            <a:r>
              <a:rPr lang="de-DE" dirty="0"/>
              <a:t>1, 3 ,6 ,9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99011A0-C757-0D4B-F7DC-01B27D61046D}"/>
              </a:ext>
            </a:extLst>
          </p:cNvPr>
          <p:cNvSpPr txBox="1"/>
          <p:nvPr/>
        </p:nvSpPr>
        <p:spPr>
          <a:xfrm>
            <a:off x="1029368" y="5064052"/>
            <a:ext cx="450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Ochsenmaulsalat mit </a:t>
            </a:r>
            <a:r>
              <a:rPr lang="de-DE" dirty="0" err="1"/>
              <a:t>Kurvenbecks</a:t>
            </a:r>
            <a:r>
              <a:rPr lang="de-DE" dirty="0"/>
              <a:t> Brot</a:t>
            </a:r>
          </a:p>
          <a:p>
            <a:r>
              <a:rPr lang="de-DE" dirty="0"/>
              <a:t>1, 3 ,6 ,9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C9F33D02-9A24-E684-5D54-0B44B79F5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5" y="2802660"/>
            <a:ext cx="845045" cy="882016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6B63A79C-18A6-FBD8-43CA-C90CE0587701}"/>
              </a:ext>
            </a:extLst>
          </p:cNvPr>
          <p:cNvSpPr txBox="1"/>
          <p:nvPr/>
        </p:nvSpPr>
        <p:spPr>
          <a:xfrm>
            <a:off x="6856854" y="2654131"/>
            <a:ext cx="6701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Ochsenmaulsalat mit </a:t>
            </a:r>
            <a:r>
              <a:rPr lang="de-DE" dirty="0" err="1"/>
              <a:t>Kurvenbecks</a:t>
            </a:r>
            <a:r>
              <a:rPr lang="de-DE" dirty="0"/>
              <a:t> Brot</a:t>
            </a:r>
          </a:p>
          <a:p>
            <a:r>
              <a:rPr lang="de-DE" dirty="0"/>
              <a:t>1, 3 ,6 ,9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6202067-B8FB-6423-04B9-084B85AAFA3A}"/>
              </a:ext>
            </a:extLst>
          </p:cNvPr>
          <p:cNvSpPr txBox="1"/>
          <p:nvPr/>
        </p:nvSpPr>
        <p:spPr>
          <a:xfrm>
            <a:off x="6856854" y="3805814"/>
            <a:ext cx="6701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Ochsenmaulsalat mit </a:t>
            </a:r>
            <a:r>
              <a:rPr lang="de-DE" dirty="0" err="1"/>
              <a:t>Kurvenbecks</a:t>
            </a:r>
            <a:r>
              <a:rPr lang="de-DE" dirty="0"/>
              <a:t> Brot</a:t>
            </a:r>
          </a:p>
          <a:p>
            <a:r>
              <a:rPr lang="de-DE" dirty="0"/>
              <a:t>1, 3 ,6 ,9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BD40FCA-F048-4354-383F-BBB3FF2E6CBC}"/>
              </a:ext>
            </a:extLst>
          </p:cNvPr>
          <p:cNvSpPr txBox="1"/>
          <p:nvPr/>
        </p:nvSpPr>
        <p:spPr>
          <a:xfrm>
            <a:off x="6856854" y="4871945"/>
            <a:ext cx="6701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Ochsenmaulsalat mit </a:t>
            </a:r>
            <a:r>
              <a:rPr lang="de-DE" dirty="0" err="1"/>
              <a:t>Kurvenbecks</a:t>
            </a:r>
            <a:r>
              <a:rPr lang="de-DE" dirty="0"/>
              <a:t> Brot</a:t>
            </a:r>
          </a:p>
          <a:p>
            <a:r>
              <a:rPr lang="de-DE" dirty="0"/>
              <a:t>1, 3 ,6 ,9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96F4A8F-7342-B13D-EB70-112908305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362" y="2695177"/>
            <a:ext cx="920130" cy="84144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D247246E-A556-2794-D487-562780D74C8B}"/>
              </a:ext>
            </a:extLst>
          </p:cNvPr>
          <p:cNvSpPr txBox="1"/>
          <p:nvPr/>
        </p:nvSpPr>
        <p:spPr>
          <a:xfrm>
            <a:off x="4271057" y="277792"/>
            <a:ext cx="7825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dribbble.com</a:t>
            </a:r>
            <a:r>
              <a:rPr lang="de-DE" dirty="0"/>
              <a:t>/</a:t>
            </a:r>
            <a:r>
              <a:rPr lang="de-DE" dirty="0" err="1"/>
              <a:t>shots</a:t>
            </a:r>
            <a:r>
              <a:rPr lang="de-DE" dirty="0"/>
              <a:t>/26722436-Drizzle-Restaurant-Website-Design</a:t>
            </a:r>
          </a:p>
        </p:txBody>
      </p:sp>
    </p:spTree>
    <p:extLst>
      <p:ext uri="{BB962C8B-B14F-4D97-AF65-F5344CB8AC3E}">
        <p14:creationId xmlns:p14="http://schemas.microsoft.com/office/powerpoint/2010/main" val="2525371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266F1-A21B-9AB5-05F5-0E73EC51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3F574ABA-074A-B87A-0D7F-EB7B188ADD0A}"/>
              </a:ext>
            </a:extLst>
          </p:cNvPr>
          <p:cNvSpPr/>
          <p:nvPr/>
        </p:nvSpPr>
        <p:spPr>
          <a:xfrm>
            <a:off x="95905" y="1680717"/>
            <a:ext cx="3802742" cy="16401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Catering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E3A2D69-310E-6000-78A9-5376E865C6FA}"/>
              </a:ext>
            </a:extLst>
          </p:cNvPr>
          <p:cNvSpPr txBox="1"/>
          <p:nvPr/>
        </p:nvSpPr>
        <p:spPr>
          <a:xfrm>
            <a:off x="-491281" y="1147617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Catering mit </a:t>
            </a:r>
            <a:r>
              <a:rPr lang="de-DE" dirty="0" err="1"/>
              <a:t>Kurvenbeck</a:t>
            </a:r>
            <a:endParaRPr lang="de-DE" dirty="0"/>
          </a:p>
        </p:txBody>
      </p:sp>
      <p:sp>
        <p:nvSpPr>
          <p:cNvPr id="2" name="Gewitterblitz 1">
            <a:extLst>
              <a:ext uri="{FF2B5EF4-FFF2-40B4-BE49-F238E27FC236}">
                <a16:creationId xmlns:a16="http://schemas.microsoft.com/office/drawing/2014/main" id="{FE4614D0-553D-80EF-113E-C386D4AD135B}"/>
              </a:ext>
            </a:extLst>
          </p:cNvPr>
          <p:cNvSpPr/>
          <p:nvPr/>
        </p:nvSpPr>
        <p:spPr>
          <a:xfrm>
            <a:off x="95905" y="277792"/>
            <a:ext cx="2187616" cy="402855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6469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ED9FF-FEEE-BE7D-FBC9-7F7875A2E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EB0018E8-12FB-875A-C342-41E162C65615}"/>
              </a:ext>
            </a:extLst>
          </p:cNvPr>
          <p:cNvSpPr/>
          <p:nvPr/>
        </p:nvSpPr>
        <p:spPr>
          <a:xfrm>
            <a:off x="95905" y="1680717"/>
            <a:ext cx="2415801" cy="87728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Catering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C8A9B5C-E978-743E-3F2E-6EB511E07411}"/>
              </a:ext>
            </a:extLst>
          </p:cNvPr>
          <p:cNvSpPr txBox="1"/>
          <p:nvPr/>
        </p:nvSpPr>
        <p:spPr>
          <a:xfrm>
            <a:off x="-491281" y="1147617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Catering mit </a:t>
            </a:r>
            <a:r>
              <a:rPr lang="de-DE" dirty="0" err="1"/>
              <a:t>Kurvenbeck</a:t>
            </a:r>
            <a:endParaRPr lang="de-DE" dirty="0"/>
          </a:p>
        </p:txBody>
      </p:sp>
      <p:sp>
        <p:nvSpPr>
          <p:cNvPr id="2" name="Gewitterblitz 1">
            <a:extLst>
              <a:ext uri="{FF2B5EF4-FFF2-40B4-BE49-F238E27FC236}">
                <a16:creationId xmlns:a16="http://schemas.microsoft.com/office/drawing/2014/main" id="{1AE77378-B6B7-E523-6915-6FC0E8412F7D}"/>
              </a:ext>
            </a:extLst>
          </p:cNvPr>
          <p:cNvSpPr/>
          <p:nvPr/>
        </p:nvSpPr>
        <p:spPr>
          <a:xfrm>
            <a:off x="95905" y="277792"/>
            <a:ext cx="2187616" cy="402855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92F4949-FE07-C56F-D997-3D961E8774E7}"/>
              </a:ext>
            </a:extLst>
          </p:cNvPr>
          <p:cNvSpPr txBox="1"/>
          <p:nvPr/>
        </p:nvSpPr>
        <p:spPr>
          <a:xfrm>
            <a:off x="119330" y="3099667"/>
            <a:ext cx="2164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Fleisch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2401B99-1C80-FA1D-7834-9021F4FB92E5}"/>
              </a:ext>
            </a:extLst>
          </p:cNvPr>
          <p:cNvSpPr txBox="1"/>
          <p:nvPr/>
        </p:nvSpPr>
        <p:spPr>
          <a:xfrm>
            <a:off x="2521006" y="3099667"/>
            <a:ext cx="2164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Beilagen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E74FA8A-2F71-18F4-7053-902D5A1E3EE6}"/>
              </a:ext>
            </a:extLst>
          </p:cNvPr>
          <p:cNvSpPr txBox="1"/>
          <p:nvPr/>
        </p:nvSpPr>
        <p:spPr>
          <a:xfrm>
            <a:off x="4884719" y="3099667"/>
            <a:ext cx="2164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Gemüse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A5C2914-2F1C-A75C-7269-B0240555D7C4}"/>
              </a:ext>
            </a:extLst>
          </p:cNvPr>
          <p:cNvSpPr txBox="1"/>
          <p:nvPr/>
        </p:nvSpPr>
        <p:spPr>
          <a:xfrm>
            <a:off x="7248432" y="3099667"/>
            <a:ext cx="2164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Sosen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0B32E68-32FD-7B35-5BE0-A4B8B14F821B}"/>
              </a:ext>
            </a:extLst>
          </p:cNvPr>
          <p:cNvSpPr txBox="1"/>
          <p:nvPr/>
        </p:nvSpPr>
        <p:spPr>
          <a:xfrm>
            <a:off x="9574182" y="3099667"/>
            <a:ext cx="2164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Nachtisch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4F53687-9101-4A64-79BB-634532E66514}"/>
              </a:ext>
            </a:extLst>
          </p:cNvPr>
          <p:cNvSpPr txBox="1"/>
          <p:nvPr/>
        </p:nvSpPr>
        <p:spPr>
          <a:xfrm>
            <a:off x="318852" y="3468999"/>
            <a:ext cx="2164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Schweinebraten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Gulasch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Schnitzel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400BC4-DD00-1E5F-EC61-527D65CF99D4}"/>
              </a:ext>
            </a:extLst>
          </p:cNvPr>
          <p:cNvSpPr txBox="1"/>
          <p:nvPr/>
        </p:nvSpPr>
        <p:spPr>
          <a:xfrm>
            <a:off x="2682565" y="3468999"/>
            <a:ext cx="2164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Spätzle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Knödel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Bubaspitzla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0E85D1C-9B58-7F45-79BF-9DE39770D3D3}"/>
              </a:ext>
            </a:extLst>
          </p:cNvPr>
          <p:cNvSpPr txBox="1"/>
          <p:nvPr/>
        </p:nvSpPr>
        <p:spPr>
          <a:xfrm>
            <a:off x="4925873" y="3468999"/>
            <a:ext cx="2164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Karotten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Brokkoli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Blumenkohl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91BF6B7-C7E1-3F67-236E-BA05885C7987}"/>
              </a:ext>
            </a:extLst>
          </p:cNvPr>
          <p:cNvSpPr txBox="1"/>
          <p:nvPr/>
        </p:nvSpPr>
        <p:spPr>
          <a:xfrm>
            <a:off x="7345244" y="3468999"/>
            <a:ext cx="2164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Bratensose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Biersose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Pfifferlingesose</a:t>
            </a:r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94BACE0-55ED-4DED-600D-20FA74965148}"/>
              </a:ext>
            </a:extLst>
          </p:cNvPr>
          <p:cNvSpPr txBox="1"/>
          <p:nvPr/>
        </p:nvSpPr>
        <p:spPr>
          <a:xfrm>
            <a:off x="9908479" y="3468999"/>
            <a:ext cx="2164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Cookies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586DFB8-B222-972B-266E-BDD7B50E46EA}"/>
              </a:ext>
            </a:extLst>
          </p:cNvPr>
          <p:cNvSpPr txBox="1"/>
          <p:nvPr/>
        </p:nvSpPr>
        <p:spPr>
          <a:xfrm>
            <a:off x="1303805" y="5064052"/>
            <a:ext cx="8974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Dies ist nur eine Auswahl an verschiedenen Möglichkeiten.</a:t>
            </a:r>
          </a:p>
          <a:p>
            <a:pPr algn="ctr"/>
            <a:r>
              <a:rPr lang="de-DE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Für Wünsche sind wir offen und stellen uns Ihren Herausforderungen. 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953631A8-C37E-EE66-E79F-8A676F733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762" y="2947297"/>
            <a:ext cx="480842" cy="50187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3F565A0B-55A4-611C-4D20-95554307A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027" y="2978375"/>
            <a:ext cx="480842" cy="439725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B7EF8B0A-D88A-36B6-62B7-F9F3A6C1A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23" y="2797277"/>
            <a:ext cx="713285" cy="63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01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ED6E5-26FE-F6BC-5F35-09F4A57C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9434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0C1A6-F214-CDE0-8053-5F4B2DA2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56DA319F-9294-2063-7F7A-9CABF907E3C5}"/>
              </a:ext>
            </a:extLst>
          </p:cNvPr>
          <p:cNvSpPr/>
          <p:nvPr/>
        </p:nvSpPr>
        <p:spPr>
          <a:xfrm>
            <a:off x="95905" y="1680718"/>
            <a:ext cx="2952095" cy="7457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Backstube</a:t>
            </a:r>
          </a:p>
        </p:txBody>
      </p:sp>
      <p:sp>
        <p:nvSpPr>
          <p:cNvPr id="7" name="Gewitterblitz 6">
            <a:extLst>
              <a:ext uri="{FF2B5EF4-FFF2-40B4-BE49-F238E27FC236}">
                <a16:creationId xmlns:a16="http://schemas.microsoft.com/office/drawing/2014/main" id="{9691B971-2A66-3FB4-93A9-18677640600C}"/>
              </a:ext>
            </a:extLst>
          </p:cNvPr>
          <p:cNvSpPr/>
          <p:nvPr/>
        </p:nvSpPr>
        <p:spPr>
          <a:xfrm>
            <a:off x="95905" y="277792"/>
            <a:ext cx="2187616" cy="402855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2DACE2C-5B08-5D4D-3620-B38ABCF56870}"/>
              </a:ext>
            </a:extLst>
          </p:cNvPr>
          <p:cNvSpPr txBox="1"/>
          <p:nvPr/>
        </p:nvSpPr>
        <p:spPr>
          <a:xfrm>
            <a:off x="-491281" y="1147617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Kurvenbeck´s</a:t>
            </a:r>
            <a:r>
              <a:rPr lang="de-DE" dirty="0"/>
              <a:t> Backwaren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8B24172-786D-0275-273E-5E2BF97A2140}"/>
              </a:ext>
            </a:extLst>
          </p:cNvPr>
          <p:cNvSpPr txBox="1"/>
          <p:nvPr/>
        </p:nvSpPr>
        <p:spPr>
          <a:xfrm>
            <a:off x="1029368" y="2846238"/>
            <a:ext cx="450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Müller  Klara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403D8D0-70EE-6170-83B6-C777F9316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5" y="2802660"/>
            <a:ext cx="845045" cy="882016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02F7F911-9A3D-DEE0-78E3-F6AE585ACD01}"/>
              </a:ext>
            </a:extLst>
          </p:cNvPr>
          <p:cNvSpPr txBox="1"/>
          <p:nvPr/>
        </p:nvSpPr>
        <p:spPr>
          <a:xfrm>
            <a:off x="10594282" y="27504"/>
            <a:ext cx="130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Warenkorb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98C9B65-DAF1-7A3E-1408-7E73DFBE39B2}"/>
              </a:ext>
            </a:extLst>
          </p:cNvPr>
          <p:cNvSpPr txBox="1"/>
          <p:nvPr/>
        </p:nvSpPr>
        <p:spPr>
          <a:xfrm>
            <a:off x="1029368" y="3290839"/>
            <a:ext cx="450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Müller  Klara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D463CB5-73E0-B72C-1A51-B3005A9DDA13}"/>
              </a:ext>
            </a:extLst>
          </p:cNvPr>
          <p:cNvSpPr txBox="1"/>
          <p:nvPr/>
        </p:nvSpPr>
        <p:spPr>
          <a:xfrm>
            <a:off x="940950" y="3876232"/>
            <a:ext cx="450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Müller  Klara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9C3AEE4-1A27-CAD9-9156-8903B78CFF1E}"/>
              </a:ext>
            </a:extLst>
          </p:cNvPr>
          <p:cNvSpPr txBox="1"/>
          <p:nvPr/>
        </p:nvSpPr>
        <p:spPr>
          <a:xfrm>
            <a:off x="1029368" y="4360193"/>
            <a:ext cx="450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Müller  Klara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D4F529B1-8DF4-C02B-0A6A-A0C0EE09912A}"/>
              </a:ext>
            </a:extLst>
          </p:cNvPr>
          <p:cNvSpPr txBox="1"/>
          <p:nvPr/>
        </p:nvSpPr>
        <p:spPr>
          <a:xfrm>
            <a:off x="3191237" y="2846238"/>
            <a:ext cx="336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Status: offen, verpackt, </a:t>
            </a:r>
            <a:r>
              <a:rPr lang="de-DE" dirty="0" err="1"/>
              <a:t>cancled</a:t>
            </a:r>
            <a:endParaRPr lang="de-DE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88B1C31-26F5-C8CD-1A50-979798A5D6EA}"/>
              </a:ext>
            </a:extLst>
          </p:cNvPr>
          <p:cNvSpPr txBox="1"/>
          <p:nvPr/>
        </p:nvSpPr>
        <p:spPr>
          <a:xfrm>
            <a:off x="7344231" y="2846238"/>
            <a:ext cx="336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Status: bezahlt, offen, etc.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EF06EEB6-96AD-9B07-7013-3D9F06DABC1A}"/>
              </a:ext>
            </a:extLst>
          </p:cNvPr>
          <p:cNvSpPr txBox="1"/>
          <p:nvPr/>
        </p:nvSpPr>
        <p:spPr>
          <a:xfrm>
            <a:off x="3849914" y="1643153"/>
            <a:ext cx="450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Bestellübersicht (Summe aller Waren)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141223E-D178-2626-6D2C-4CAB3BE63F5C}"/>
              </a:ext>
            </a:extLst>
          </p:cNvPr>
          <p:cNvSpPr txBox="1"/>
          <p:nvPr/>
        </p:nvSpPr>
        <p:spPr>
          <a:xfrm>
            <a:off x="3849915" y="2043880"/>
            <a:ext cx="336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Brezeln : 567 Stk.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1FD45488-CEDA-ACA0-52DA-C0C4AA59C13A}"/>
              </a:ext>
            </a:extLst>
          </p:cNvPr>
          <p:cNvSpPr txBox="1"/>
          <p:nvPr/>
        </p:nvSpPr>
        <p:spPr>
          <a:xfrm>
            <a:off x="3849915" y="2327390"/>
            <a:ext cx="336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Körner : 7 Stk.</a:t>
            </a:r>
          </a:p>
        </p:txBody>
      </p:sp>
      <p:sp>
        <p:nvSpPr>
          <p:cNvPr id="35" name="L-Form 34">
            <a:extLst>
              <a:ext uri="{FF2B5EF4-FFF2-40B4-BE49-F238E27FC236}">
                <a16:creationId xmlns:a16="http://schemas.microsoft.com/office/drawing/2014/main" id="{FE1B4DBA-D894-233D-567A-4D5043FF7493}"/>
              </a:ext>
            </a:extLst>
          </p:cNvPr>
          <p:cNvSpPr/>
          <p:nvPr/>
        </p:nvSpPr>
        <p:spPr>
          <a:xfrm rot="17758366">
            <a:off x="10348188" y="2720018"/>
            <a:ext cx="492186" cy="492186"/>
          </a:xfrm>
          <a:prstGeom prst="corner">
            <a:avLst>
              <a:gd name="adj1" fmla="val 50000"/>
              <a:gd name="adj2" fmla="val 22339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906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0902A-7D61-8537-77BA-677EA712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E490625A-F1AC-EDCF-5847-B2C3CF567ACF}"/>
              </a:ext>
            </a:extLst>
          </p:cNvPr>
          <p:cNvSpPr/>
          <p:nvPr/>
        </p:nvSpPr>
        <p:spPr>
          <a:xfrm>
            <a:off x="95905" y="1680718"/>
            <a:ext cx="2952095" cy="7457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Backstube</a:t>
            </a:r>
          </a:p>
        </p:txBody>
      </p:sp>
      <p:sp>
        <p:nvSpPr>
          <p:cNvPr id="7" name="Gewitterblitz 6">
            <a:extLst>
              <a:ext uri="{FF2B5EF4-FFF2-40B4-BE49-F238E27FC236}">
                <a16:creationId xmlns:a16="http://schemas.microsoft.com/office/drawing/2014/main" id="{4DA7AD3F-CF96-61B4-C52C-2D70106EA65D}"/>
              </a:ext>
            </a:extLst>
          </p:cNvPr>
          <p:cNvSpPr/>
          <p:nvPr/>
        </p:nvSpPr>
        <p:spPr>
          <a:xfrm>
            <a:off x="95905" y="277792"/>
            <a:ext cx="2187616" cy="402855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1441161-5342-EBE9-B78A-0ED9B43B45E9}"/>
              </a:ext>
            </a:extLst>
          </p:cNvPr>
          <p:cNvSpPr txBox="1"/>
          <p:nvPr/>
        </p:nvSpPr>
        <p:spPr>
          <a:xfrm>
            <a:off x="-491281" y="1147617"/>
            <a:ext cx="497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Kurvenbeck´s</a:t>
            </a:r>
            <a:r>
              <a:rPr lang="de-DE" dirty="0"/>
              <a:t> Backwaren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62F6486-E320-3DB0-02F7-2FD10047748B}"/>
              </a:ext>
            </a:extLst>
          </p:cNvPr>
          <p:cNvSpPr txBox="1"/>
          <p:nvPr/>
        </p:nvSpPr>
        <p:spPr>
          <a:xfrm>
            <a:off x="3110836" y="3787770"/>
            <a:ext cx="2224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Laugenwecken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337A592-8E23-C81E-7A9C-DCF9FC64708F}"/>
              </a:ext>
            </a:extLst>
          </p:cNvPr>
          <p:cNvSpPr txBox="1"/>
          <p:nvPr/>
        </p:nvSpPr>
        <p:spPr>
          <a:xfrm>
            <a:off x="1029369" y="3805814"/>
            <a:ext cx="1829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Körnerwecken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E16FB07-8DF2-9901-AA6A-C260FEAFF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5" y="2802660"/>
            <a:ext cx="845045" cy="882016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B21F6D7-6A07-475E-4ADE-1B8A0860F191}"/>
              </a:ext>
            </a:extLst>
          </p:cNvPr>
          <p:cNvSpPr txBox="1"/>
          <p:nvPr/>
        </p:nvSpPr>
        <p:spPr>
          <a:xfrm>
            <a:off x="5682343" y="3805814"/>
            <a:ext cx="130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Brezeln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0F56527-9D82-8730-2613-0D531E9EA84C}"/>
              </a:ext>
            </a:extLst>
          </p:cNvPr>
          <p:cNvSpPr/>
          <p:nvPr/>
        </p:nvSpPr>
        <p:spPr>
          <a:xfrm>
            <a:off x="1371791" y="4414813"/>
            <a:ext cx="769257" cy="6650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5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571AD3C-8F6A-C8AF-C7F9-F972B52C50D4}"/>
              </a:ext>
            </a:extLst>
          </p:cNvPr>
          <p:cNvSpPr txBox="1"/>
          <p:nvPr/>
        </p:nvSpPr>
        <p:spPr>
          <a:xfrm>
            <a:off x="10594282" y="27504"/>
            <a:ext cx="130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Warenkorb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879E5E4-D64A-2502-534C-926812F183BF}"/>
              </a:ext>
            </a:extLst>
          </p:cNvPr>
          <p:cNvSpPr/>
          <p:nvPr/>
        </p:nvSpPr>
        <p:spPr>
          <a:xfrm>
            <a:off x="3432055" y="4414813"/>
            <a:ext cx="769257" cy="6650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6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B2DBE84-B055-1C78-DA4A-573F5FA6DE5E}"/>
              </a:ext>
            </a:extLst>
          </p:cNvPr>
          <p:cNvSpPr txBox="1"/>
          <p:nvPr/>
        </p:nvSpPr>
        <p:spPr>
          <a:xfrm>
            <a:off x="1181768" y="2998638"/>
            <a:ext cx="450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Müller  Klara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927938C-4BAF-5C07-DAE3-26AB8416C81D}"/>
              </a:ext>
            </a:extLst>
          </p:cNvPr>
          <p:cNvSpPr/>
          <p:nvPr/>
        </p:nvSpPr>
        <p:spPr>
          <a:xfrm>
            <a:off x="5711371" y="4414813"/>
            <a:ext cx="769257" cy="6650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17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1C4D44E-E93D-F44E-F7DA-A8E28AA9A7AE}"/>
              </a:ext>
            </a:extLst>
          </p:cNvPr>
          <p:cNvSpPr txBox="1"/>
          <p:nvPr/>
        </p:nvSpPr>
        <p:spPr>
          <a:xfrm>
            <a:off x="7234226" y="1868912"/>
            <a:ext cx="1829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Zähler: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001227A-3AB5-2150-C7E5-71863A117C2B}"/>
              </a:ext>
            </a:extLst>
          </p:cNvPr>
          <p:cNvSpPr txBox="1"/>
          <p:nvPr/>
        </p:nvSpPr>
        <p:spPr>
          <a:xfrm>
            <a:off x="7234226" y="1349350"/>
            <a:ext cx="336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Status: bezahlt, offen, etc.</a:t>
            </a:r>
          </a:p>
        </p:txBody>
      </p:sp>
      <p:sp>
        <p:nvSpPr>
          <p:cNvPr id="21" name="L-Form 20">
            <a:extLst>
              <a:ext uri="{FF2B5EF4-FFF2-40B4-BE49-F238E27FC236}">
                <a16:creationId xmlns:a16="http://schemas.microsoft.com/office/drawing/2014/main" id="{42DCB08C-72E2-5AC1-DFCF-9B2711486835}"/>
              </a:ext>
            </a:extLst>
          </p:cNvPr>
          <p:cNvSpPr/>
          <p:nvPr/>
        </p:nvSpPr>
        <p:spPr>
          <a:xfrm rot="17758366">
            <a:off x="9525831" y="3838727"/>
            <a:ext cx="914400" cy="914400"/>
          </a:xfrm>
          <a:prstGeom prst="corner">
            <a:avLst>
              <a:gd name="adj1" fmla="val 50000"/>
              <a:gd name="adj2" fmla="val 22339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0102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Macintosh PowerPoint</Application>
  <PresentationFormat>Breitbild</PresentationFormat>
  <Paragraphs>100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Ihring</dc:creator>
  <cp:lastModifiedBy>Michael Ihring</cp:lastModifiedBy>
  <cp:revision>1</cp:revision>
  <dcterms:created xsi:type="dcterms:W3CDTF">2026-05-25T18:05:33Z</dcterms:created>
  <dcterms:modified xsi:type="dcterms:W3CDTF">2026-05-25T19:30:35Z</dcterms:modified>
</cp:coreProperties>
</file>